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A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MINOR PROJECT PRESENTATION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92024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5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Hostel Food Waste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7F5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&amp; Management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MERN-Stack Ecosystem for Demand Forecasting, Waste Analytics &amp; Visitor Pass Management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4754880"/>
            <a:ext cx="10360152" cy="18288"/>
          </a:xfrm>
          <a:prstGeom prst="rect">
            <a:avLst/>
          </a:prstGeom>
          <a:solidFill>
            <a:srgbClr val="DFA1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51206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5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Department of Computer Science &amp; Engineering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7F5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MongoDB Atlas | Express.js | React | Node.js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4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01. BACKGROUND &amp; MOTIVATION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2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with Traditional Hostel Mess Management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Waste Management System  |  Slide 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291840" cy="4572000"/>
          </a:xfrm>
          <a:prstGeom prst="rect">
            <a:avLst/>
          </a:prstGeom>
          <a:solidFill>
            <a:srgbClr val="F7F5EB"/>
          </a:solidFill>
          <a:ln w="12700">
            <a:solidFill>
              <a:srgbClr val="E2DF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4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Kitchen Uncertainty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Chefs cook for full capacity without knowing actual daily attendance, causing 15-20% food waste daily or sudden food shortages.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3291840" cy="4572000"/>
          </a:xfrm>
          <a:prstGeom prst="rect">
            <a:avLst/>
          </a:prstGeom>
          <a:solidFill>
            <a:srgbClr val="F7F5EB"/>
          </a:solidFill>
          <a:ln w="12700">
            <a:solidFill>
              <a:srgbClr val="E2DF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645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FA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Lack of Root-Cause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210312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lacks structured data to identify why food was wasted (e.g. exam periods, holidays, weather, or unpopular menu items).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291840" cy="4572000"/>
          </a:xfrm>
          <a:prstGeom prst="rect">
            <a:avLst/>
          </a:prstGeom>
          <a:solidFill>
            <a:srgbClr val="F7F5EB"/>
          </a:solidFill>
          <a:ln w="12700">
            <a:solidFill>
              <a:srgbClr val="E2DF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645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&amp; CO2e Losses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0" y="210312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food depletes hostel budgets (₹60/kg cost basis) and generates unnecessary carbon emissions (2.5 kg CO2e per kg wasted).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4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02. PROJECT OBJECTIVES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2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Goals &amp; Operational Scope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Waste Management System  |  Slide 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029200" cy="2103120"/>
          </a:xfrm>
          <a:prstGeom prst="rect">
            <a:avLst/>
          </a:prstGeom>
          <a:solidFill>
            <a:srgbClr val="F7F5EB"/>
          </a:solidFill>
          <a:ln w="12700">
            <a:solidFill>
              <a:srgbClr val="E2DF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01. Real-Time Student Signals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students to confirm or cancel meal attendance up to a day prior to cooking.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371600"/>
            <a:ext cx="5029200" cy="2103120"/>
          </a:xfrm>
          <a:prstGeom prst="rect">
            <a:avLst/>
          </a:prstGeom>
          <a:solidFill>
            <a:srgbClr val="F7F5EB"/>
          </a:solidFill>
          <a:ln w="12700">
            <a:solidFill>
              <a:srgbClr val="E2DF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02. Predictive Demand Engine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9360" y="21031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optimal cooking quantities by blending live RSVPs with historical averages.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5029200" cy="2103120"/>
          </a:xfrm>
          <a:prstGeom prst="rect">
            <a:avLst/>
          </a:prstGeom>
          <a:solidFill>
            <a:srgbClr val="F7F5EB"/>
          </a:solidFill>
          <a:ln w="12700">
            <a:solidFill>
              <a:srgbClr val="E2DF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03. Root-Cause Waste Tagging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44805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mess managers to log daily food prep vs. consumed and tag specific waste causes.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3749040"/>
            <a:ext cx="5029200" cy="2103120"/>
          </a:xfrm>
          <a:prstGeom prst="rect">
            <a:avLst/>
          </a:prstGeom>
          <a:solidFill>
            <a:srgbClr val="F7F5EB"/>
          </a:solidFill>
          <a:ln w="12700">
            <a:solidFill>
              <a:srgbClr val="E2DF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04. Visitor Pass &amp; QR Generator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44805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an instant guest registration system that issues encrypted QR passes for gate entry.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4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03. PROPOSED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2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Highlights &amp; Key Innovations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Waste Management System  |  Slide 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120640" cy="4572000"/>
          </a:xfrm>
          <a:prstGeom prst="rect">
            <a:avLst/>
          </a:prstGeom>
          <a:solidFill>
            <a:srgbClr val="F7F5EB"/>
          </a:solidFill>
          <a:ln w="12700">
            <a:solidFill>
              <a:srgbClr val="E2DF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4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Mess System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Fixed quantity preparation based on guesswork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Paper-based or non-existent waste tracking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Unplanned visitor influx causing food shortage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feedback loop connecting food quality to waste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Manual, uncoordinated record keeping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120640" cy="4572000"/>
          </a:xfrm>
          <a:prstGeom prst="rect">
            <a:avLst/>
          </a:prstGeom>
          <a:solidFill>
            <a:srgbClr val="F7F5EB"/>
          </a:solidFill>
          <a:ln w="25400">
            <a:solidFill>
              <a:srgbClr val="1F36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Smart System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RSVP-driven predictive demand forecasting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Daily digital logging with root-cause tagging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Self-service Visitor Pass generation with QR verification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Integrated rating &amp; NLP keyword feedback extraction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financial &amp; carbon impact calculation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4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04.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2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&amp; Data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Waste Management System  |  Slide 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291840" cy="1645920"/>
          </a:xfrm>
          <a:prstGeom prst="rect">
            <a:avLst/>
          </a:prstGeom>
          <a:solidFill>
            <a:srgbClr val="2F4B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18 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CSS, Recharts, Axios SPA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291840" cy="1645920"/>
          </a:xfrm>
          <a:prstGeom prst="rect">
            <a:avLst/>
          </a:prstGeom>
          <a:solidFill>
            <a:srgbClr val="DFA13B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737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2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 REST API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8912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JWT Middleware, Morgan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291840" cy="1645920"/>
          </a:xfrm>
          <a:prstGeom prst="rect">
            <a:avLst/>
          </a:prstGeom>
          <a:solidFill>
            <a:srgbClr val="A64B34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 Database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4672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Schemas, MongoDB Atlas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10607040" cy="2560320"/>
          </a:xfrm>
          <a:prstGeom prst="rect">
            <a:avLst/>
          </a:prstGeom>
          <a:solidFill>
            <a:srgbClr val="F7F5EB"/>
          </a:solidFill>
          <a:ln w="12700">
            <a:solidFill>
              <a:srgbClr val="E2DF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749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Data Pipeline Flow: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11480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Student confirms meal RSVP → Entry persisted in Booking collection.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Prediction Controller fetches 30-day FoodEntry history + live RSVPs → Computes recommended prep.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Mess Manager inputs prepared/consumed count → Updates FoodEntry with waste reason.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Analytics Controller aggregates figures → Dynamically renders 30-day waste, cost, &amp; carbon dashboards.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4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05. DATABASE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2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 Document Schemas &amp; Collections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Waste Management System  |  Slide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029200" cy="2103120"/>
          </a:xfrm>
          <a:prstGeom prst="rect">
            <a:avLst/>
          </a:prstGeom>
          <a:solidFill>
            <a:srgbClr val="F7F5EB"/>
          </a:solidFill>
          <a:ln w="12700">
            <a:solidFill>
              <a:srgbClr val="E2DF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Collection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password, role (admin/mess_manager/student/visitor), hostelBlock, roomNumber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1371600"/>
            <a:ext cx="5029200" cy="2103120"/>
          </a:xfrm>
          <a:prstGeom prst="rect">
            <a:avLst/>
          </a:prstGeom>
          <a:solidFill>
            <a:srgbClr val="F7F5EB"/>
          </a:solidFill>
          <a:ln w="12700">
            <a:solidFill>
              <a:srgbClr val="E2DF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 Collection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09360" y="21031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(Ref User), date, mealType, status, tokenCode, phone, purpose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*Compound unique index: (student, date, mealType)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5029200" cy="2103120"/>
          </a:xfrm>
          <a:prstGeom prst="rect">
            <a:avLst/>
          </a:prstGeom>
          <a:solidFill>
            <a:srgbClr val="F7F5EB"/>
          </a:solidFill>
          <a:ln w="12700">
            <a:solidFill>
              <a:srgbClr val="E2DF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FoodEntry Collection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44805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mealType, mealsBooked, mealsPrepared, mealsConsumed, foodWastedKg, wasteReason, recordedBy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3749040"/>
            <a:ext cx="5029200" cy="2103120"/>
          </a:xfrm>
          <a:prstGeom prst="rect">
            <a:avLst/>
          </a:prstGeom>
          <a:solidFill>
            <a:srgbClr val="F7F5EB"/>
          </a:solidFill>
          <a:ln w="12700">
            <a:solidFill>
              <a:srgbClr val="E2DF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Collection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44805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(Ref User), mealType, tasteRating, cleanlinessRating, serviceRating, comment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4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06. CORE MODULE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2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Booking &amp; Visitor QR Token Engine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Waste Management System  |  Slide 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120640" cy="4572000"/>
          </a:xfrm>
          <a:prstGeom prst="rect">
            <a:avLst/>
          </a:prstGeom>
          <a:solidFill>
            <a:srgbClr val="F7F5EB"/>
          </a:solidFill>
          <a:ln w="12700">
            <a:solidFill>
              <a:srgbClr val="E2DF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Meal RSVPs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Weekly Menu Browser: Shows daily items &amp; pricing.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One-Tap RSVPs: Confirm breakfast, lunch, snacks, dinner.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Cancellation Rules: Permits cancellation prior to cut-off.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Booking History: View past &amp; upcoming meal status.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120640" cy="4572000"/>
          </a:xfrm>
          <a:prstGeom prst="rect">
            <a:avLst/>
          </a:prstGeom>
          <a:solidFill>
            <a:srgbClr val="F7F5EB"/>
          </a:solidFill>
          <a:ln w="25400">
            <a:solidFill>
              <a:srgbClr val="DFA1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FA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Visitor QR Pass Generator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Registration Form: Full Name, Phone, Purpose, Date, &amp; Meal.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QR Code Generation: Encodes token code &amp; details.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Unique Pass Code: Formatted token ID (e.g. VIS-RUWT3W).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Gate Authorization: Gate instructions for seamless mess entry.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4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07. CORE MODULE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2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 Manager Control &amp; Demand Prediction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Waste Management System  |  Slide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607040" cy="1463040"/>
          </a:xfrm>
          <a:prstGeom prst="rect">
            <a:avLst/>
          </a:prstGeom>
          <a:solidFill>
            <a:srgbClr val="1F362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54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FA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Weighted Demand Prediction Formula: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5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 Demand = (α × Live Bookings) + ((1 - α) × Historical Avg. Consumption) + 5% Buffer Threshold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10607040" cy="2834640"/>
          </a:xfrm>
          <a:prstGeom prst="rect">
            <a:avLst/>
          </a:prstGeom>
          <a:solidFill>
            <a:srgbClr val="F7F5EB"/>
          </a:solidFill>
          <a:ln w="12700">
            <a:solidFill>
              <a:srgbClr val="E2DF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3832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2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Entry &amp; Waste Tagging Operations: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3840480"/>
            <a:ext cx="10058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 Prepared vs. Consumed: Captures exact food prepared, consumed, and wasted in kg.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Root-Cause Classification: Selects cause (Exam Period, Holiday, Unpopular Menu, Weather, Over-preparation).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Menu Slot Manager: Full CRUD functionality for updating weekly hostel mess menus and prices.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4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08. CORE MODULE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2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Waste Analytics, Cost &amp; Carbon Emission Dashboards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Waste Management System  |  Slide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468880" cy="1280160"/>
          </a:xfrm>
          <a:prstGeom prst="rect">
            <a:avLst/>
          </a:prstGeom>
          <a:solidFill>
            <a:srgbClr val="F7F5EB"/>
          </a:solidFill>
          <a:ln w="12700">
            <a:solidFill>
              <a:srgbClr val="E2DF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Waste (30d)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64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305.9 kg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74720" y="1371600"/>
            <a:ext cx="2468880" cy="1280160"/>
          </a:xfrm>
          <a:prstGeom prst="rect">
            <a:avLst/>
          </a:prstGeom>
          <a:solidFill>
            <a:srgbClr val="F7F5EB"/>
          </a:solidFill>
          <a:ln w="12700">
            <a:solidFill>
              <a:srgbClr val="E2DF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554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Fulfilment Rate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93%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468880" cy="1280160"/>
          </a:xfrm>
          <a:prstGeom prst="rect">
            <a:avLst/>
          </a:prstGeom>
          <a:solidFill>
            <a:srgbClr val="F7F5EB"/>
          </a:solidFill>
          <a:ln w="12700">
            <a:solidFill>
              <a:srgbClr val="E2DF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54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 Lost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FA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₹18,354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961120" y="1371600"/>
            <a:ext cx="2468880" cy="1280160"/>
          </a:xfrm>
          <a:prstGeom prst="rect">
            <a:avLst/>
          </a:prstGeom>
          <a:solidFill>
            <a:srgbClr val="F7F5EB"/>
          </a:solidFill>
          <a:ln w="12700">
            <a:solidFill>
              <a:srgbClr val="E2DF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1554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Offset (CO2e)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6112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94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764.7 kg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2926080"/>
            <a:ext cx="10607040" cy="3017520"/>
          </a:xfrm>
          <a:prstGeom prst="rect">
            <a:avLst/>
          </a:prstGeom>
          <a:solidFill>
            <a:srgbClr val="F7F5EB"/>
          </a:solidFill>
          <a:ln w="12700">
            <a:solidFill>
              <a:srgbClr val="E2DF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2004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2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Calculation Formulas: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365760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Financial Impact Formula:  Cost Lost (₹) = Total Waste (kg) × ₹60/kg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Carbon Emission Formula:  CO2e Emissions (kg) = Total Waste (kg) × 2.5 kg CO2e/kg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Waste Cause Breakdown:     Aggregates waste totals by exam period, holiday, &amp; menu popularity via Recharts.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4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09. CORE MODULE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2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Feedback &amp; NLP Keyword Extraction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Waste Management System  |  Slide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120640" cy="4572000"/>
          </a:xfrm>
          <a:prstGeom prst="rect">
            <a:avLst/>
          </a:prstGeom>
          <a:solidFill>
            <a:srgbClr val="F7F5EB"/>
          </a:solidFill>
          <a:ln w="12700">
            <a:solidFill>
              <a:srgbClr val="E2DF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3-Axis Student Rating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Taste Rating (1 to 5 Stars)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Cleanliness Rating (1 to 5 Stars)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Service Speed Rating (1 to 5 Stars)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Detailed Comment Field for specific complaints or suggestions.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120640" cy="4572000"/>
          </a:xfrm>
          <a:prstGeom prst="rect">
            <a:avLst/>
          </a:prstGeom>
          <a:solidFill>
            <a:srgbClr val="F7F5EB"/>
          </a:solidFill>
          <a:ln w="25400">
            <a:solidFill>
              <a:srgbClr val="DFA1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FA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 NLP Keyword Engine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Stop-Word Filtering: Strips common words (the, and, was, to).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Word Frequency Counter: Computes recurring feedback words.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Summary Badges: Highlights key issues (e.g. spicy ×12, undercooked ×5, tasty ×18).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Proactive Quality Prevention: Helps manager fix recipes before waste occurs.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4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 SECURITY &amp; SETUP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2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Architecture &amp; Deployment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Waste Management System  |  Slide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120640" cy="4572000"/>
          </a:xfrm>
          <a:prstGeom prst="rect">
            <a:avLst/>
          </a:prstGeom>
          <a:solidFill>
            <a:srgbClr val="F7F5EB"/>
          </a:solidFill>
          <a:ln w="12700">
            <a:solidFill>
              <a:srgbClr val="E2DF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4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Authentication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Token Authentication: 7-day expiration stateless auth.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Bcrypt Hashing: Password encryption with 10 salt rounds.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Route Middleware: Role authorization (protect &amp; authorize).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Compound Unique Indexes: Prevents double-booking attacks.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120640" cy="4572000"/>
          </a:xfrm>
          <a:prstGeom prst="rect">
            <a:avLst/>
          </a:prstGeom>
          <a:solidFill>
            <a:srgbClr val="F7F5EB"/>
          </a:solidFill>
          <a:ln w="12700">
            <a:solidFill>
              <a:srgbClr val="E2DF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Deployment Pipeline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Database: MongoDB Atlas Cloud Cluster.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Frontend: Vercel / Netlify (Production React Bundle).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Backend: Render / Railway (Node.js REST API service).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Environment: Dotenv environment secret management.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94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 RESULTS &amp; VERIFICATION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2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Performance &amp; Verification Metrics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Waste Management System  |  Slide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291840" cy="4389120"/>
          </a:xfrm>
          <a:prstGeom prst="rect">
            <a:avLst/>
          </a:prstGeom>
          <a:solidFill>
            <a:srgbClr val="F7F5EB"/>
          </a:solidFill>
          <a:ln w="12700">
            <a:solidFill>
              <a:srgbClr val="1F36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~93%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Fulfilment Rate achieved over 30 days of operation data.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291840" cy="4389120"/>
          </a:xfrm>
          <a:prstGeom prst="rect">
            <a:avLst/>
          </a:prstGeom>
          <a:solidFill>
            <a:srgbClr val="F7F5EB"/>
          </a:solidFill>
          <a:ln w="12700">
            <a:solidFill>
              <a:srgbClr val="1F36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828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15-20%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food waste from predictive demand cooking.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291840" cy="4389120"/>
          </a:xfrm>
          <a:prstGeom prst="rect">
            <a:avLst/>
          </a:prstGeom>
          <a:solidFill>
            <a:srgbClr val="F7F5EB"/>
          </a:solidFill>
          <a:ln w="12700">
            <a:solidFill>
              <a:srgbClr val="1F36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1828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&lt;50ms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query response time for dynamic MongoDB analytics.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FA1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 CONCLUSION &amp; FUTURE SCOPE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5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 &amp; Concluding Remarks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5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System Extensions: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5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IoT Smart Scale Integration: Automatic food waste logging via digital weighing scales.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5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FastAPI Scikit-Learn Microservice: Advanced ML regression models (Random Forest / Linear Regression).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7F5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QR Gate Scanner App: Mobile app for security guards to scan and validate visitor passes.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4206240"/>
            <a:ext cx="10360152" cy="18288"/>
          </a:xfrm>
          <a:prstGeom prst="rect">
            <a:avLst/>
          </a:prstGeom>
          <a:solidFill>
            <a:srgbClr val="DFA1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FA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DFA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13</Slides>
	<Notes>13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13</vt:i4></vt:variant>
		</vt:vector>
	</HeadingPairs>
	<TitlesOfParts>
		<vt:vector size="16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<vt:lpstr>Slide 12</vt:lpstr><vt:lpstr>Slide 13</vt:lpstr>
		</vt:vector>
	</TitlesOfParts>
	<Company>Department of Computer Science & Engineering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Hostel Food Waste Prediction &amp; Management System</dc:title>
  <dc:subject>PptxGenJS Presentation</dc:subject>
  <dc:creator>Aashish &amp; Team</dc:creator>
  <cp:lastModifiedBy>Aashish &amp; Team</cp:lastModifiedBy>
  <cp:revision>1</cp:revision>
  <dcterms:created xsi:type="dcterms:W3CDTF">2026-07-30T18:11:49Z</dcterms:created>
  <dcterms:modified xsi:type="dcterms:W3CDTF">2026-07-30T18:11:49Z</dcterms:modified>
</cp:coreProperties>
</file>